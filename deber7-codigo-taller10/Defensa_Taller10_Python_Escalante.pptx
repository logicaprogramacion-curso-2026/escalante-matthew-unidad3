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" charset="1" panose="02030502070405020303"/>
      <p:regular r:id="rId12"/>
    </p:embeddedFont>
    <p:embeddedFont>
      <p:font typeface="Montserrat" charset="1" panose="00000500000000000000"/>
      <p:regular r:id="rId13"/>
    </p:embeddedFont>
    <p:embeddedFont>
      <p:font typeface="TT Fors Bold" charset="1" panose="020B0003030001020000"/>
      <p:regular r:id="rId14"/>
    </p:embeddedFont>
    <p:embeddedFont>
      <p:font typeface="TT Fors" charset="1" panose="020B000303000102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58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59675" y="3292899"/>
            <a:ext cx="13317786" cy="351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CODIGO</a:t>
            </a:r>
          </a:p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TALLER 10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55827" y="6835648"/>
            <a:ext cx="8976346" cy="34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3">
                <a:solidFill>
                  <a:srgbClr val="032334"/>
                </a:solidFill>
                <a:latin typeface="Montserrat"/>
                <a:ea typeface="Montserrat"/>
                <a:cs typeface="Montserrat"/>
                <a:sym typeface="Montserrat"/>
              </a:rPr>
              <a:t>De: Matthew Escalante</a:t>
            </a:r>
          </a:p>
        </p:txBody>
      </p:sp>
      <p:sp>
        <p:nvSpPr>
          <p:cNvPr name="TextBox 8" id="8"/>
          <p:cNvSpPr txBox="true"/>
          <p:nvPr/>
        </p:nvSpPr>
        <p:spPr>
          <a:xfrm rot="-17737">
            <a:off x="6364731" y="2647787"/>
            <a:ext cx="5434007" cy="2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Logica de Programaciòn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63707" y="1459139"/>
            <a:ext cx="6029859" cy="188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74531" y="3576729"/>
            <a:ext cx="11138939" cy="478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7"/>
              </a:lnSpc>
              <a:spcBef>
                <a:spcPct val="0"/>
              </a:spcBef>
            </a:pPr>
            <a:r>
              <a:rPr lang="en-US" sz="3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Traducción e impl</a:t>
            </a:r>
            <a:r>
              <a:rPr lang="en-US" sz="3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ementación en el lenguaje de programación Python del algoritmo desarrollado previamente en pseudocódigo (Deber 6 - Taller 10), representando de manera estructurada el Proceso de Evaluación Formativa de Competencias Digitales Asistida por IA mediante el uso de condicionales, bucles de control y funciones.</a:t>
            </a:r>
          </a:p>
          <a:p>
            <a:pPr algn="ctr">
              <a:lnSpc>
                <a:spcPts val="47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06038" y="1820450"/>
            <a:ext cx="10545196" cy="7553651"/>
          </a:xfrm>
          <a:custGeom>
            <a:avLst/>
            <a:gdLst/>
            <a:ahLst/>
            <a:cxnLst/>
            <a:rect r="r" b="b" t="t" l="l"/>
            <a:pathLst>
              <a:path h="7553651" w="10545196">
                <a:moveTo>
                  <a:pt x="0" y="0"/>
                </a:moveTo>
                <a:lnTo>
                  <a:pt x="10545196" y="0"/>
                </a:lnTo>
                <a:lnTo>
                  <a:pt x="10545196" y="7553651"/>
                </a:lnTo>
                <a:lnTo>
                  <a:pt x="0" y="7553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9667" y="727831"/>
            <a:ext cx="15920688" cy="210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2"/>
              </a:lnSpc>
            </a:pPr>
            <a:r>
              <a:rPr lang="en-US" sz="6957" spc="772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CÓDIGO FUENTE EN PYTHON</a:t>
            </a:r>
          </a:p>
          <a:p>
            <a:pPr algn="l">
              <a:lnSpc>
                <a:spcPts val="779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7645" y="1168153"/>
            <a:ext cx="8094288" cy="9006167"/>
            <a:chOff x="0" y="0"/>
            <a:chExt cx="468566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5666" cy="5213540"/>
            </a:xfrm>
            <a:custGeom>
              <a:avLst/>
              <a:gdLst/>
              <a:ahLst/>
              <a:cxnLst/>
              <a:rect r="r" b="b" t="t" l="l"/>
              <a:pathLst>
                <a:path h="5213540" w="4685666">
                  <a:moveTo>
                    <a:pt x="0" y="0"/>
                  </a:moveTo>
                  <a:lnTo>
                    <a:pt x="4685666" y="0"/>
                  </a:lnTo>
                  <a:lnTo>
                    <a:pt x="468566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8566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6061891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23031" y="1874458"/>
            <a:ext cx="6983517" cy="269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 pasa si escribo no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9586695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339" y="1168153"/>
            <a:ext cx="8094288" cy="9006167"/>
            <a:chOff x="0" y="0"/>
            <a:chExt cx="4685666" cy="5213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5666" cy="5213540"/>
            </a:xfrm>
            <a:custGeom>
              <a:avLst/>
              <a:gdLst/>
              <a:ahLst/>
              <a:cxnLst/>
              <a:rect r="r" b="b" t="t" l="l"/>
              <a:pathLst>
                <a:path h="5213540" w="4685666">
                  <a:moveTo>
                    <a:pt x="0" y="0"/>
                  </a:moveTo>
                  <a:lnTo>
                    <a:pt x="4685666" y="0"/>
                  </a:lnTo>
                  <a:lnTo>
                    <a:pt x="468566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68566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7189585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2" y="0"/>
                </a:lnTo>
                <a:lnTo>
                  <a:pt x="1600042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874458"/>
            <a:ext cx="6983517" cy="269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 pasa si escribo si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714389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4458212"/>
            <a:ext cx="7372966" cy="5563801"/>
          </a:xfrm>
          <a:custGeom>
            <a:avLst/>
            <a:gdLst/>
            <a:ahLst/>
            <a:cxnLst/>
            <a:rect r="r" b="b" t="t" l="l"/>
            <a:pathLst>
              <a:path h="5563801" w="7372966">
                <a:moveTo>
                  <a:pt x="0" y="0"/>
                </a:moveTo>
                <a:lnTo>
                  <a:pt x="7372966" y="0"/>
                </a:lnTo>
                <a:lnTo>
                  <a:pt x="7372966" y="5563802"/>
                </a:lnTo>
                <a:lnTo>
                  <a:pt x="0" y="5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12428" y="4458212"/>
            <a:ext cx="7246872" cy="5454700"/>
          </a:xfrm>
          <a:custGeom>
            <a:avLst/>
            <a:gdLst/>
            <a:ahLst/>
            <a:cxnLst/>
            <a:rect r="r" b="b" t="t" l="l"/>
            <a:pathLst>
              <a:path h="5454700" w="7246872">
                <a:moveTo>
                  <a:pt x="0" y="0"/>
                </a:moveTo>
                <a:lnTo>
                  <a:pt x="7246872" y="0"/>
                </a:lnTo>
                <a:lnTo>
                  <a:pt x="7246872" y="5454700"/>
                </a:lnTo>
                <a:lnTo>
                  <a:pt x="0" y="545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08249" y="-95250"/>
            <a:ext cx="15651051" cy="144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Evidencia del codigo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0052" y="2965846"/>
            <a:ext cx="12508016" cy="188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31645" y="4812695"/>
            <a:ext cx="8424711" cy="340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7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 implementación en Python demuestra cómo la programación permite traducir procesos educativos complejos a sistemas automatizados, donde la Inteligencia Artificial asume las tareas repetitivas de análisis y retroalimentación en tiempo real para que el docente pueda enfocarse en una tutoría más personalizada y directa con el estudiante.</a:t>
            </a:r>
          </a:p>
          <a:p>
            <a:pPr algn="ctr">
              <a:lnSpc>
                <a:spcPts val="33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9992" y="3460705"/>
            <a:ext cx="12508016" cy="351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MUCHAS</a:t>
            </a:r>
          </a:p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17737">
            <a:off x="6364731" y="2647787"/>
            <a:ext cx="5434007" cy="2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Matthew Escalante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DAHR8SqI9Qs</dc:identifier>
  <dcterms:modified xsi:type="dcterms:W3CDTF">2011-08-01T06:04:30Z</dcterms:modified>
  <cp:revision>1</cp:revision>
  <dc:title>Codigo Taller 10</dc:title>
</cp:coreProperties>
</file>